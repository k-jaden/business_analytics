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</a:rPr>
              <a:t>기존 모델·방법과의 비교 (동일 데이터셋)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기존 논문에서 쓰인 가격예측 방법을 우리가 수집한 동일 데이터로 학습·평가 → 우리 모델과 정면 비교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7315200" cy="4257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2440" y="155448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37E"/>
                </a:solidFill>
              </a:rPr>
              <a:t>■ 비교한 방법 &amp; 출처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938528"/>
            <a:ext cx="3794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22222"/>
                </a:solidFill>
              </a:rPr>
              <a:t>가격 추세만 </a:t>
            </a:r>
            <a:r>
              <a:rPr sz="1000" b="0">
                <a:solidFill>
                  <a:srgbClr val="555555"/>
                </a:solidFill>
              </a:rPr>
              <a:t>— 과거 가격만 쓰는 표준 시계열 기준선 (Hyndman &amp; Athanasopoulos, 2021)
</a:t>
            </a:r>
            <a:r>
              <a:rPr sz="1150" b="1">
                <a:solidFill>
                  <a:srgbClr val="222222"/>
                </a:solidFill>
              </a:rPr>
              <a:t>랜덤포레스트 </a:t>
            </a:r>
            <a:r>
              <a:rPr sz="1000" b="0">
                <a:solidFill>
                  <a:srgbClr val="555555"/>
                </a:solidFill>
              </a:rPr>
              <a:t>— 기존 스니커즈 리셀 예측 논문이 사용 (Raditya et al., 2021, Procedia CS)
</a:t>
            </a:r>
            <a:r>
              <a:rPr sz="1150" b="1">
                <a:solidFill>
                  <a:srgbClr val="E65C00"/>
                </a:solidFill>
              </a:rPr>
              <a:t>우리 모델 </a:t>
            </a:r>
            <a:r>
              <a:rPr sz="1000" b="0">
                <a:solidFill>
                  <a:srgbClr val="555555"/>
                </a:solidFill>
              </a:rPr>
              <a:t>— 가격 + 미디어 5채널 (검색량·뉴스·유튜브 감성). 근거: Da 2011·Tetlock 2007·Bollen 2011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61188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37E"/>
                </a:solidFill>
              </a:rPr>
              <a:t>■ AUC가 뭔가요?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995928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</a:rPr>
              <a:t>가격이 오를지 내릴지 "방향"을 맞히는 정확도.  1.0=완벽 · 0.5=동전 던지기 수준 · 0.9↑=매우 우수.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4892040"/>
            <a:ext cx="3794760" cy="13258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4983480"/>
            <a:ext cx="3465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65C00"/>
                </a:solidFill>
              </a:rPr>
              <a:t>■ 기대효과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5349240"/>
            <a:ext cx="34655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222222"/>
                </a:solidFill>
              </a:rPr>
              <a:t>· 무작위·단순기법(0.50)으로는 방향 예측 불가 → 우리 모델은 0.84~0.96으로 +0.34~0.46 향상
· 기존 리셀 ML과 대등하면서, 유일하게 "어떤 미디어가 가격을 선행하는지" 해석 가능 → 조기경보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※ 모든 방법 동일 조건: 자산별 5개 아이템 패널, 시간순 교차검증(TimeSeriesSplit 5-fold) 평균 AUC.  ARIMA·LSTM 등 확장 벤치마크는 후속 과제.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