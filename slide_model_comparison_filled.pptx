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34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Calibri"/>
              </a:rPr>
              <a:t>  RQ3 전체 모델 성능 비교 — A / B / C / N-A / 채널단독 (CH1~CH5) (단색 채움 · 공통 축)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58368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90372"/>
            <a:ext cx="118872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5555"/>
                </a:solidFill>
                <a:latin typeface="Calibri"/>
              </a:rPr>
              <a:t>A=전채널  |  B=Granger 유의 채널(raw p&lt;0.05: 스니커즈 CH1+CH3+CH4, 카드 CH1)  |  C=SHAP 상위 채널  |  N-A=Granger 유의 채널 제거  |  레고: B=N-A=A  —  공통 축(0.5~1.0)에서 보면 실제 차이(0.00x)는 시각적으로도 거의 없음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23444" y="960120"/>
          <a:ext cx="11942064" cy="3368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1284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모델 (구성 채널)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스니커즈
AUC (vs A)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카드
AUC (vs A)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레고
AUC (vs A)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284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A0A0A"/>
                          </a:solidFill>
                          <a:latin typeface="Calibri"/>
                        </a:rPr>
                        <a:t>A  전채널 CH1~5 + 가격래그</a:t>
                      </a:r>
                    </a:p>
                  </a:txBody>
                  <a:tcPr>
                    <a:solidFill>
                      <a:srgbClr val="D9D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0.8413
(기준)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0.8587
(기준)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0.9601
(기준)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1284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A0A0A"/>
                          </a:solidFill>
                          <a:latin typeface="Calibri"/>
                        </a:rPr>
                        <a:t>B  Granger 유의 채널 (raw p&lt;0.05)
  스니커즈: CH1+CH3+CH4 / 카드: CH1 / 레고: —</a:t>
                      </a:r>
                    </a:p>
                  </a:txBody>
                  <a:tcPr>
                    <a:solidFill>
                      <a:srgbClr val="FFE8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0.8461 †근사
(차이없음)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0.8612
(차이없음)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0.9601
(= A, 유의채널없음)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1284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A0A0A"/>
                          </a:solidFill>
                          <a:latin typeface="Calibri"/>
                        </a:rPr>
                        <a:t>C  SHAP 상위 2채널
  스니커즈: CH1+CH5 / 카드: CH4+CH1 / 레고: CH5+CH4</a:t>
                      </a:r>
                    </a:p>
                  </a:txBody>
                  <a:tcPr>
                    <a:solidFill>
                      <a:srgbClr val="CCE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0.8401
(차이없음)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0.8590
(차이없음)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0.9626
(차이없음)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1284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A0A0A"/>
                          </a:solidFill>
                          <a:latin typeface="Calibri"/>
                        </a:rPr>
                        <a:t>N-A  Granger 유의 채널 제거
  스니커즈: CH2+CH5 / 카드: CH2~5 / 레고: = A</a:t>
                      </a:r>
                    </a:p>
                  </a:txBody>
                  <a:tcPr>
                    <a:solidFill>
                      <a:srgbClr val="EAD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0.8472
(차이없음)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0.8671
(ablation 우수)</a:t>
                      </a:r>
                    </a:p>
                  </a:txBody>
                  <a:tcPr>
                    <a:solidFill>
                      <a:srgbClr val="CCE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0.9601
(= A, 유의채널없음)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1284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A0A0A"/>
                          </a:solidFill>
                          <a:latin typeface="Calibri"/>
                        </a:rPr>
                        <a:t>CH1 단독  Google Trends + 가격래그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0.8449
(차이없음)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0.8612
(차이없음)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0.9634
(ablation 우수)</a:t>
                      </a:r>
                    </a:p>
                  </a:txBody>
                  <a:tcPr>
                    <a:solidFill>
                      <a:srgbClr val="CC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1284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A0A0A"/>
                          </a:solidFill>
                          <a:latin typeface="Calibri"/>
                        </a:rPr>
                        <a:t>CH2 단독  뉴스 보도량 + 가격래그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0.8517
(차이없음)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0.8714
(ablation 우수)</a:t>
                      </a:r>
                    </a:p>
                  </a:txBody>
                  <a:tcPr>
                    <a:solidFill>
                      <a:srgbClr val="CCE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0.9687
(ablation 우수)</a:t>
                      </a:r>
                    </a:p>
                  </a:txBody>
                  <a:tcPr>
                    <a:solidFill>
                      <a:srgbClr val="CC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1284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A0A0A"/>
                          </a:solidFill>
                          <a:latin typeface="Calibri"/>
                        </a:rPr>
                        <a:t>CH3 단독  뉴스 감성 + 가격래그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0.8517
(차이없음)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0.8708
(ablation 우수)</a:t>
                      </a:r>
                    </a:p>
                  </a:txBody>
                  <a:tcPr>
                    <a:solidFill>
                      <a:srgbClr val="CCE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0.9650
(ablation 우수)</a:t>
                      </a:r>
                    </a:p>
                  </a:txBody>
                  <a:tcPr>
                    <a:solidFill>
                      <a:srgbClr val="CC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1284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A0A0A"/>
                          </a:solidFill>
                          <a:latin typeface="Calibri"/>
                        </a:rPr>
                        <a:t>CH4 단독  YT 조회수 + 가격래그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0.8416
(차이없음)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0.8614
(차이없음)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0.9635
(차이없음)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1284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A0A0A"/>
                          </a:solidFill>
                          <a:latin typeface="Calibri"/>
                        </a:rPr>
                        <a:t>CH5 단독  YT 댓글 감성 + 가격래그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0.8353
(A 우수)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0.8689
(ablation 우수)</a:t>
                      </a:r>
                    </a:p>
                  </a:txBody>
                  <a:tcPr>
                    <a:solidFill>
                      <a:srgbClr val="CCE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0.9658
(ablation 우수)</a:t>
                      </a:r>
                    </a:p>
                  </a:txBody>
                  <a:tcPr>
                    <a:solidFill>
                      <a:srgbClr val="CC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8872" y="3227832"/>
            <a:ext cx="11951208" cy="20116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" y="3255263"/>
            <a:ext cx="11951208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† 스니커즈 B: CH1+CH3+CH4 조합 AUC 미산출 → 개별 AUC 평균 근사치 (0.8461)   | 셀 색상: 연초록=차이없음 / 연빨강=A 우수 / 연파랑=ablation 우수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690372"/>
            <a:ext cx="11942064" cy="405615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412</Words>
  <Application>Microsoft Office PowerPoint</Application>
  <PresentationFormat>사용자 지정</PresentationFormat>
  <Paragraphs>43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이승현(2022314025)</cp:lastModifiedBy>
  <cp:revision>2</cp:revision>
  <dcterms:created xsi:type="dcterms:W3CDTF">2013-01-27T09:14:16Z</dcterms:created>
  <dcterms:modified xsi:type="dcterms:W3CDTF">2026-06-15T05:41:13Z</dcterms:modified>
  <cp:category/>
</cp:coreProperties>
</file>