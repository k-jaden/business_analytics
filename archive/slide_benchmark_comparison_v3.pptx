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37E"/>
                </a:solidFill>
              </a:rPr>
              <a:t>기존 방법과의 비교 — 동일 데이터로 정면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55555"/>
                </a:solidFill>
              </a:rPr>
              <a:t>기존 리셀 예측 방법(선형회귀·랜덤포레스트)과 주식의 대체데이터 기법을 같은 데이터로 비교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81328"/>
            <a:ext cx="7040880" cy="43268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5532120"/>
            <a:ext cx="7040880" cy="86868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596128"/>
            <a:ext cx="6720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CC80"/>
                </a:solidFill>
              </a:rPr>
              <a:t>한눈에 보기   </a:t>
            </a:r>
            <a:r>
              <a:rPr sz="1250" b="0">
                <a:solidFill>
                  <a:srgbClr val="FFFFFF"/>
                </a:solidFill>
              </a:rPr>
              <a:t>옛 방식(선형회귀)은 잘 못 맞혔지만(0.60~0.71),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</a:rPr>
              <a:t>우리 ML 모델은 훨씬 정확(0.84~0.96) → 머신러닝 + 미디어 접근이 리셀 예측에 효과적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50876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237E"/>
                </a:solidFill>
              </a:rPr>
              <a:t>■ 비교한 방법 (출처)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901952"/>
            <a:ext cx="4069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3000"/>
              </a:lnSpc>
            </a:pPr>
            <a:r>
              <a:rPr sz="1150" b="1">
                <a:solidFill>
                  <a:srgbClr val="222222"/>
                </a:solidFill>
              </a:rPr>
              <a:t>선형회귀 </a:t>
            </a:r>
            <a:r>
              <a:rPr sz="900" b="1">
                <a:solidFill>
                  <a:srgbClr val="1565C0"/>
                </a:solidFill>
              </a:rPr>
              <a:t>[리셀·Raditya 2021] </a:t>
            </a:r>
            <a:r>
              <a:rPr sz="1000" b="0">
                <a:solidFill>
                  <a:srgbClr val="555555"/>
                </a:solidFill>
              </a:rPr>
              <a:t>— 직선으로 관계를 긋는 전통 통계</a:t>
            </a:r>
          </a:p>
          <a:p>
            <a:pPr algn="l">
              <a:lnSpc>
                <a:spcPct val="113000"/>
              </a:lnSpc>
            </a:pPr>
            <a:r>
              <a:rPr sz="1150" b="1">
                <a:solidFill>
                  <a:srgbClr val="222222"/>
                </a:solidFill>
              </a:rPr>
              <a:t>랜덤포레스트 </a:t>
            </a:r>
            <a:r>
              <a:rPr sz="900" b="1">
                <a:solidFill>
                  <a:srgbClr val="1565C0"/>
                </a:solidFill>
              </a:rPr>
              <a:t>[리셀·Raditya 2021] </a:t>
            </a:r>
            <a:r>
              <a:rPr sz="1000" b="0">
                <a:solidFill>
                  <a:srgbClr val="555555"/>
                </a:solidFill>
              </a:rPr>
              <a:t>— 여러 결정트리를 합친 머신러닝</a:t>
            </a:r>
          </a:p>
          <a:p>
            <a:pPr algn="l">
              <a:lnSpc>
                <a:spcPct val="113000"/>
              </a:lnSpc>
            </a:pPr>
            <a:r>
              <a:rPr sz="1150" b="1">
                <a:solidFill>
                  <a:srgbClr val="E65C00"/>
                </a:solidFill>
              </a:rPr>
              <a:t>우리 모델 </a:t>
            </a:r>
            <a:r>
              <a:rPr sz="900" b="1">
                <a:solidFill>
                  <a:srgbClr val="E65C00"/>
                </a:solidFill>
              </a:rPr>
              <a:t>[주식→리셀] </a:t>
            </a:r>
            <a:r>
              <a:rPr sz="1000" b="0">
                <a:solidFill>
                  <a:srgbClr val="555555"/>
                </a:solidFill>
              </a:rPr>
              <a:t>— 주식에서 검증된 미디어 예측법(검색·감성)을 리셀에 적용</a:t>
            </a:r>
          </a:p>
          <a:p>
            <a:pPr algn="l">
              <a:lnSpc>
                <a:spcPct val="113000"/>
              </a:lnSpc>
            </a:pPr>
            <a:r>
              <a:rPr sz="850" b="0">
                <a:solidFill>
                  <a:srgbClr val="888888"/>
                </a:solidFill>
              </a:rPr>
              <a:t>※ Raditya 2021은 2개 모델(선형·RF)만 비교 — 우리는 XGBoost·미디어를 추가 확장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70332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237E"/>
                </a:solidFill>
              </a:rPr>
              <a:t>■ AUC가 뭔가요?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096512"/>
            <a:ext cx="4069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2222"/>
                </a:solidFill>
              </a:rPr>
              <a:t>가격이 </a:t>
            </a:r>
            <a:r>
              <a:rPr sz="1100" b="1">
                <a:solidFill>
                  <a:srgbClr val="222222"/>
                </a:solidFill>
              </a:rPr>
              <a:t>"오를지·내릴지" 방향</a:t>
            </a:r>
            <a:r>
              <a:rPr sz="1100" b="0">
                <a:solidFill>
                  <a:srgbClr val="222222"/>
                </a:solidFill>
              </a:rPr>
              <a:t>을 맞히는 정확도.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2222"/>
                </a:solidFill>
              </a:rPr>
              <a:t>0.5 = 찍기(동전) · 1.0 = 완벽 · 0.9↑ = 매우 잘 맞힘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4983480"/>
            <a:ext cx="4069080" cy="1417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507492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65C00"/>
                </a:solidFill>
              </a:rPr>
              <a:t>■ 기대효과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468112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22222"/>
                </a:solidFill>
              </a:rPr>
              <a:t>· 투자자: 가격 방향을 미리 파악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222222"/>
                </a:solidFill>
              </a:rPr>
              <a:t>· 플랫폼: 수요 급증을 사전에 감지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222222"/>
                </a:solidFill>
              </a:rPr>
              <a:t>· 학술: 주식의 대체데이터 예측법을 리셀 시장에 처음 적용·검증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55555"/>
                </a:solidFill>
              </a:rPr>
              <a:t>※ 동일 데이터·동일 검증(시간순 교차검증 5-fold) 평균 AUC. 우리 모델은 랜덤포레스트와 대등하며, 어떤 미디어가 가격을 선행하는지 해석(SHAP) 가능한 점이 차별점.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