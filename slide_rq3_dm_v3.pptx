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  RQ3: 선별 채널 모델이 전채널 모델과 동등한가? — DM 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Diebold-Mariano 검정으로 'Model A(전채널) = Model C(SHAP 선별 채널)' 가설을 통계적으로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978408"/>
            <a:ext cx="4160520" cy="53492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8328" y="106984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F2D4E"/>
                </a:solidFill>
                <a:latin typeface="Calibri"/>
              </a:rPr>
              <a:t>왜 DM 검정이 필요한가?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453896"/>
            <a:ext cx="3886200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8328" y="1527048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F2D4E"/>
                </a:solidFill>
                <a:latin typeface="Calibri"/>
              </a:rPr>
              <a:t>문제: AUC 숫자 비교만으론 부족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0A0A0A"/>
                </a:solidFill>
                <a:latin typeface="Calibri"/>
              </a:rPr>
              <a:t>A AUC ≈ C AUC (차이 0.00x 수준)
→ "거의 같은데?" 라고만 보임
→ 이 차이가 우연인지, 진짜 차이인지 알 수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6243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8328" y="26883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F2D4E"/>
                </a:solidFill>
                <a:latin typeface="Calibri"/>
              </a:rPr>
              <a:t>DM 검정이 하는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990088"/>
            <a:ext cx="38862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0A0A0A"/>
                </a:solidFill>
                <a:latin typeface="Calibri"/>
              </a:rPr>
              <a:t>두 모델의 예측 오차 시계열을 직접 비교
→ 오차 차이가 통계적으로 유의한지 검정
H₀: 두 모델의 예측 오차 크기가 같다
p &gt; 0.05  →  H₀ 기각 실패
  = '통계적으로 차이없음' 공식 확인
  = Model C가 A와 동등하다고 주장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46817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" y="47457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F2D4E"/>
                </a:solidFill>
                <a:latin typeface="Calibri"/>
              </a:rPr>
              <a:t>왜 이게 중요한가?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5047488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0A0A0A"/>
                </a:solidFill>
                <a:latin typeface="Calibri"/>
              </a:rPr>
              <a:t>RQ3 핵심 주장:
"5개 채널 대신 2~3개만 써도 충분하다"
DM 검정 없이는 → 단순 AUC 비교
DM 검정 있으면 → 통계적 동등성 입증
= 간결성(parsimony) 근거 확보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78408"/>
            <a:ext cx="7498079" cy="370332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26280" y="4773168"/>
          <a:ext cx="9098280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143000"/>
                <a:gridCol w="1234440"/>
                <a:gridCol w="1143000"/>
                <a:gridCol w="1097280"/>
                <a:gridCol w="822960"/>
                <a:gridCol w="2331720"/>
              </a:tblGrid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 AUC
(전채널)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 AUC
(Granger)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 AUC
(SHAP)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A↔C
통계량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A↔C
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0.8461 †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0.8458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+1.916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
→ 동등(경계)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0.8612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0.8565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+0.926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0.356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
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0.9609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+0.861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0.390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
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01168" y="6492240"/>
            <a:ext cx="11887200" cy="29260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11750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결론 RQ3  |  3자산 모두 DM p &gt; 0.05 → H₀ 기각 실패 → SHAP 선별 채널(Model C)로도 전채널(A)과 통계적으로 동등한 예측 성능 달성  →  간결성(Parsimony)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