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  RQ3 전체 모델 성능 비교 — A / B / C / N-A / 채널단독 (CH1~CH5)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A=전채널  |  B=Granger 유의 채널(raw p&lt;0.05: 스니커즈 CH1+CH3+CH4, 카드 CH1)  |  C=SHAP 상위 채널  |  N-A=Granger 유의 채널 제거  |  레고: B=N-A=A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53126"/>
            <a:ext cx="11603576" cy="47611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394A-20F1-63C9-1D63-92926DEE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FD38BE-CC25-04AE-9589-4EC0075FE915}"/>
              </a:ext>
            </a:extLst>
          </p:cNvPr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  RQ3 전체 모델 성능 비교 — A / B / C / N-A / 채널단독 (CH1~CH5)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7A754A-0A13-9E02-A00A-0BEFFE2D782E}"/>
              </a:ext>
            </a:extLst>
          </p:cNvPr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A4C1B-3189-F0FD-9599-58A3A4E69D4A}"/>
              </a:ext>
            </a:extLst>
          </p:cNvPr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A=전채널  |  B=Granger 유의 채널(raw p&lt;0.05: 스니커즈 CH1+CH3+CH4, 카드 CH1)  |  C=SHAP 상위 채널  |  N-A=Granger 유의 채널 제거  |  레고: B=N-A=A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2641E3-55CF-2C62-C958-EA0F9CF2E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937086"/>
              </p:ext>
            </p:extLst>
          </p:nvPr>
        </p:nvGraphicFramePr>
        <p:xfrm>
          <a:off x="1199520" y="1570246"/>
          <a:ext cx="9653462" cy="449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208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(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구성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채널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스니커즈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카드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레고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A 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전채널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CH1~5 +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가격래그</a:t>
                      </a:r>
                      <a:endParaRPr sz="1100" b="1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D9D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0.8413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0.8587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B  Granger 유의 채널 (raw p&lt;0.05)
  스니커즈: CH1+CH3+CH4 / 카드: CH1 / 레고: —</a:t>
                      </a:r>
                    </a:p>
                  </a:txBody>
                  <a:tcPr>
                    <a:solidFill>
                      <a:srgbClr val="FFE8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0.8461 †근사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0.8612
(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차이없음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(= A, 유의채널없음)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  SHAP 상위 2채널
  스니커즈: CH1+CH5 / 카드: CH4+CH1 / 레고: CH5+CH4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0.8401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0.8590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0.9626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N-A  Granger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제거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
 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CH2+CH5 /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CH2~5 /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= A</a:t>
                      </a:r>
                    </a:p>
                  </a:txBody>
                  <a:tcPr>
                    <a:solidFill>
                      <a:srgbClr val="EAD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0.8472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0.8671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(= A, 유의채널없음)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CH1 단독  Google Trends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0.8449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0.8612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0.9634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CH2 단독  뉴스 보도량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0.8517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0.8714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0.9687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CH3 단독  뉴스 감성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0.8517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0.8708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0.9650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CH4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단독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 YT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조회수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+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가격래그</a:t>
                      </a:r>
                      <a:endParaRPr sz="1100" b="1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0.8416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0.8614
(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차이없음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0.9635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CH5 단독  YT 댓글 감성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0.8353
(A 우수)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0.8689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0.9658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75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418</Words>
  <Application>Microsoft Office PowerPoint</Application>
  <PresentationFormat>사용자 지정</PresentationFormat>
  <Paragraphs>44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3</cp:revision>
  <dcterms:created xsi:type="dcterms:W3CDTF">2013-01-27T09:14:16Z</dcterms:created>
  <dcterms:modified xsi:type="dcterms:W3CDTF">2026-06-06T14:59:42Z</dcterms:modified>
  <cp:category/>
</cp:coreProperties>
</file>