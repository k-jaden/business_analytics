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RQ1·RQ2 Granger 인과검정 결과 — 자산별 정리(스니커즈·카드·레고)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자산별로 묶어 다시 정리 +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유의성 판단 기준(F·p)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43584"/>
            <a:ext cx="5989320" cy="305409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anger_by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69" y="992089"/>
            <a:ext cx="5001895" cy="31227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래그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스니커즈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13.38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4.73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1.55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0.764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카드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8.42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1.41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0.242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0.398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0.438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0.622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dirty="0" err="1">
                <a:solidFill>
                  <a:srgbClr val="1F2D4E"/>
                </a:solidFill>
                <a:latin typeface="맑은 고딕"/>
              </a:rPr>
              <a:t>레고</a:t>
            </a:r>
            <a:endParaRPr sz="1000" b="1" dirty="0">
              <a:solidFill>
                <a:srgbClr val="1F2D4E"/>
              </a:solidFill>
              <a:latin typeface="맑은 고딕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3.92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0.054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solidFill>
            <a:srgbClr val="E8772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경계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1.83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0.183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0.530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0.576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0.680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74320" y="4443984"/>
            <a:ext cx="11640312" cy="141732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438912" y="4517136"/>
            <a:ext cx="11311128" cy="32918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</a:rPr>
              <a:t>F값·p값, 어느 기준으로 '유의'를 판단하나?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38912" y="4864608"/>
            <a:ext cx="11311128" cy="92354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F값의 '유의 기준선'은 고정된 숫자가 아님 — 표본 수(n=48개월)와 래그(lag)에 따라 달라짐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 (lag=1이면 F </a:t>
            </a:r>
            <a:r>
              <a:rPr sz="1100" b="1">
                <a:solidFill>
                  <a:srgbClr val="2E6DA4"/>
                </a:solidFill>
                <a:latin typeface="맑은 고딕"/>
              </a:rPr>
              <a:t>≥ 약 4.06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일 때, lag=2이면 F </a:t>
            </a:r>
            <a:r>
              <a:rPr sz="1100" b="1">
                <a:solidFill>
                  <a:srgbClr val="2E6DA4"/>
                </a:solidFill>
                <a:latin typeface="맑은 고딕"/>
              </a:rPr>
              <a:t>≥ 약 3.21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일 때 p&lt;0.05 — 그래프의 파란 점선·실선이 이 기준선)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본 연구는 F값 대신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p &lt; 0.05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를 최종 판정 기준으로 사용 (p 0.05~0.10이면 '경계'로 별도 표기)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다중비교(BH) 보정을 적용하면 '유의' 4개 중 2개(스니커즈 CH3, 카드 CH1)만 남음 — 보수적 해석 시 참고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274320" y="598932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420623" y="598932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RQ1  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미디어가 가격 선행성 부분 지지 — 스니커즈 3개(CH3·CH4·CH1)·카드 1개(CH1) 채널이 유의(p&lt;0.05)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185916" y="598932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332220" y="598932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RQ2  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자산 유형마다 선행하는 채널 구성이 다름 → 레고는 유의 채널 없음, 스니커즈·카드는 서로 다른 채널 조합 → RQ2 지지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324</Words>
  <Application>Microsoft Office PowerPoint</Application>
  <PresentationFormat>사용자 지정</PresentationFormat>
  <Paragraphs>95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2026-06-15T05:41:34Z</dcterms:modified>
  <cp:category/>
</cp:coreProperties>
</file>