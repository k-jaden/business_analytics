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RQ3 — 모델 설계 요약 (A / B /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555555"/>
                </a:solidFill>
                <a:latin typeface="Calibri"/>
              </a:rPr>
              <a:t>통제 피처 공통: price_vs_ma3, price_chg_lag1~lag3  |  교차검증: TimeSeriesSplit(n_splits=5)  |  평가지표: AUC-ROC  |  XGBoost(XGBClassifier)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0205"/>
              </p:ext>
            </p:extLst>
          </p:nvPr>
        </p:nvGraphicFramePr>
        <p:xfrm>
          <a:off x="280626" y="1858669"/>
          <a:ext cx="11338560" cy="3703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48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투입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  <a:endParaRPr sz="11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자산별
선별 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통제 피처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교차검증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비교 방식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701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모델 A
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통제 피처
+ CH1~CH5
전부 (5채널)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모두 동일
(5채널 전부)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price_vs_ma3
price_chg_lag1~3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TimeSeriesSplit
(n_splits=5)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기준 모델
(베이스라인)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01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모델 B
(Granger
선별)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통제 피처
+ Granger
유의 채널만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스니커즈: CH1+CH3+CH4
카드: CH1
레고: (없음 → B=A)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A 대비
AUC 직접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01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모델 C
(SHAP
선별)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통제 피처
+ SHAP 상위
2채널만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스니커즈: CH1+CH5
카드: CH4+CH1
레고: CH5+CH4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555555"/>
                          </a:solidFill>
                          <a:latin typeface="Calibri"/>
                        </a:rPr>
                        <a:t>A </a:t>
                      </a:r>
                      <a:r>
                        <a:rPr sz="1050" b="0" dirty="0" err="1">
                          <a:solidFill>
                            <a:srgbClr val="555555"/>
                          </a:solidFill>
                          <a:latin typeface="Calibri"/>
                        </a:rPr>
                        <a:t>대비</a:t>
                      </a:r>
                      <a:r>
                        <a:rPr sz="1050" b="0" dirty="0">
                          <a:solidFill>
                            <a:srgbClr val="555555"/>
                          </a:solidFill>
                          <a:latin typeface="Calibri"/>
                        </a:rPr>
                        <a:t>
Diebold-Mariano
</a:t>
                      </a:r>
                      <a:r>
                        <a:rPr sz="1050" b="0" dirty="0" err="1">
                          <a:solidFill>
                            <a:srgbClr val="555555"/>
                          </a:solidFill>
                          <a:latin typeface="Calibri"/>
                        </a:rPr>
                        <a:t>검정</a:t>
                      </a:r>
                      <a:endParaRPr sz="1050" b="0" dirty="0">
                        <a:solidFill>
                          <a:srgbClr val="555555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73952"/>
            <a:ext cx="11430000" cy="320040"/>
          </a:xfrm>
          <a:prstGeom prst="rect">
            <a:avLst/>
          </a:prstGeom>
          <a:solidFill>
            <a:srgbClr val="EFF2F7"/>
          </a:solidFill>
          <a:ln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B 스니커즈 AUC: CH1+CH3+CH4 조합 미산출 → 개별 평균 근사 (0.8461)  |  레고 B: 유의 채널 없음 → B=A=N-A (동일 모델)  |  DM 검정: A vs C 자산 수준 비교, 3자산 모두 p&gt;0.50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254</Words>
  <Application>Microsoft Office PowerPoint</Application>
  <PresentationFormat>사용자 지정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2026-06-06T16:31:18Z</dcterms:modified>
  <cp:category/>
</cp:coreProperties>
</file>