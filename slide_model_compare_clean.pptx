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RQ3 모델 성능 비교 — 핵심 모델만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A · B · C · N-A 네 모델만 비교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(단일채널·기준점선 제거)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25296"/>
            <a:ext cx="11640312" cy="39319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880" y="1335024"/>
            <a:ext cx="8899191" cy="371246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5321807"/>
            <a:ext cx="11640312" cy="969264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5394959"/>
            <a:ext cx="11311128" cy="274320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6DA4"/>
                </a:solidFill>
                <a:latin typeface="맑은 고딕"/>
              </a:rPr>
              <a:t>네 모델은 무엇인가?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705855"/>
            <a:ext cx="11311128" cy="512064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1">
                <a:solidFill>
                  <a:srgbClr val="1F2D4E"/>
                </a:solidFill>
                <a:latin typeface="맑은 고딕"/>
              </a:rPr>
              <a:t>A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 전채널(CH1~5) · </a:t>
            </a:r>
            <a:r>
              <a:rPr sz="1100" b="1">
                <a:solidFill>
                  <a:srgbClr val="E87722"/>
                </a:solidFill>
                <a:latin typeface="맑은 고딕"/>
              </a:rPr>
              <a:t>B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 Granger 유의 채널 · </a:t>
            </a:r>
            <a:r>
              <a:rPr sz="1100" b="1">
                <a:solidFill>
                  <a:srgbClr val="2E6DA4"/>
                </a:solidFill>
                <a:latin typeface="맑은 고딕"/>
              </a:rPr>
              <a:t>C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 SHAP 선별 채널 · </a:t>
            </a:r>
            <a:r>
              <a:rPr sz="1100" b="1">
                <a:solidFill>
                  <a:srgbClr val="7B3FA0"/>
                </a:solidFill>
                <a:latin typeface="맑은 고딕"/>
              </a:rPr>
              <a:t>N-A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 유의 채널을 뺀 모델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공통 축(0.5~1.0)에서 보면 네 모델의 막대 높이 차이는 0.00x 수준 → </a:t>
            </a:r>
            <a:r>
              <a:rPr sz="1100" b="1">
                <a:solidFill>
                  <a:srgbClr val="1E7E34"/>
                </a:solidFill>
                <a:latin typeface="맑은 고딕"/>
              </a:rPr>
              <a:t>어떤 조합을 써도 예측력은 사실상 동일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 (레고는 유의 채널이 없어 A=B=N-A)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6382512"/>
            <a:ext cx="11640312" cy="36576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6382512"/>
            <a:ext cx="11365992" cy="36576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결론  </a:t>
            </a:r>
            <a:r>
              <a:rPr sz="1150" b="1">
                <a:solidFill>
                  <a:srgbClr val="FFFFFF"/>
                </a:solidFill>
                <a:latin typeface="맑은 고딕"/>
              </a:rPr>
              <a:t>채널을 줄인 모델(B·C)도 전채널(A)과 거의 같은 AUC</a:t>
            </a:r>
            <a:r>
              <a:rPr sz="1150" b="0">
                <a:solidFill>
                  <a:srgbClr val="FFFFFF"/>
                </a:solidFill>
                <a:latin typeface="맑은 고딕"/>
              </a:rPr>
              <a:t> → 적은 채널로 충분 (간결성)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