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37E"/>
                </a:solidFill>
              </a:rPr>
              <a:t>기존 모델·방법과의 비교 (동일 데이터셋)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기존 가격예측 방법들을 우리가 수집한 동일 데이터로 학습·평가하여 우리 모델과 정면 비교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863840" cy="36565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3252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■ 무엇을 비교했나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2103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</a:rPr>
              <a:t>· 선형회귀 / 가격만 / 랜덤포레스트
  = 기존에 가격 예측에 쓰던 방법
· 우리 모델 = 가격 + 미디어 5채널
· 5가지 모두 같은 데이터·같은
  검증방식(시간순 교차검증)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3977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</a:rPr>
              <a:t>■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</a:rPr>
              <a:t>· 트리 기반 ML(랜덤포레스트·우리
  모델)이 선형회귀를 크게 능가
  (0.60~0.71 → 0.84~0.96)
· 우리 모델은 최상위권 성능이면서
  SHAP으로 채널 기여도 해석 가능
  → 해석가능성 때문에 XGBoost 채택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</a:rPr>
              <a:t>※ 숫자 출처: 자산별 5개 아이템 패널, TimeSeriesSplit(5-fold) 평균 AUC. ARIMA·LSTM 등 추가 시계열 기법과의 확장 벤치마크는 후속 과제.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