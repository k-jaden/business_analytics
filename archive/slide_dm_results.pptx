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  DM 검정 전체 결과 — 각 모델 vs Model A (전채널)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i="1">
                <a:solidFill>
                  <a:srgbClr val="555555"/>
                </a:solidFill>
                <a:latin typeface="Calibri"/>
              </a:rPr>
              <a:t>DM &gt; 0 → A(전채널)이 더 좋음  |  DM &lt; 0 → 해당 모델이 더 좋음  |  점선 ±1.96 = 95% 유의 경계  |  ★ = p&lt;0.05  |  진한색 = 유의, 연한색 = 비유의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60120"/>
            <a:ext cx="12006072" cy="5788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