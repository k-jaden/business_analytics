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1900">
                <a:solidFill>
                  <a:srgbClr val="FFFFFF"/>
                </a:solidFill>
                <a:latin typeface="Calibri"/>
              </a:rPr>
              <a:t>  RQ3 — Model A vs Model B AUC 비교 (Granger raw p&lt;0.05 채널 선별)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i="1">
                <a:solidFill>
                  <a:srgbClr val="555555"/>
                </a:solidFill>
                <a:latin typeface="Calibri"/>
              </a:rPr>
              <a:t>A=전채널(CH1~5+가격래그)  |  B=Granger 유의 채널(스니커즈:CH1+CH3+CH4, 카드:CH1, 레고:없음→B=A)  |  A=네이비 / B=오렌지  |  Δ = B − A AUC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960120"/>
            <a:ext cx="11951208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