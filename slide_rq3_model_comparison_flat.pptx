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  <a:latin typeface="Calibri"/>
              </a:rPr>
              <a:t>  RQ3 모델별 예측 성능 — 채널을 어떻게 바꿔도 거의 동일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713232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82880" y="749808"/>
            <a:ext cx="118872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b="0" i="1" sz="950">
                <a:solidFill>
                  <a:srgbClr val="555555"/>
                </a:solidFill>
                <a:latin typeface="Calibri"/>
              </a:rPr>
              <a:t>A=전채널 | B=Granger 선별 | C=SHAP 선별 | N-A=유의채널 제거 | CH1~5=단독  —  무작위(0.5) 기준 공통 축에서 모든 구성의 막대 높이가 사실상 동일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1188720"/>
            <a:ext cx="11951208" cy="4617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5989320"/>
            <a:ext cx="1188720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1E7E34"/>
                </a:solidFill>
                <a:latin typeface="Calibri"/>
              </a:rPr>
              <a:t>핵심:  모든 모델 AUC 0.84~0.96 — 최대 차이 0.01 내외(DM p&gt;0.5).  채널을 더하든 빼든, 선별 기준을 Granger→SHAP로 바꾸든 예측력은 통계적으로 구분되지 않음.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