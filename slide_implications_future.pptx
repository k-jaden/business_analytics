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시사점 &amp; 향후 연구 — 그래서 무엇이 달라지는가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탐색적 발견을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실무에서 참고할 점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과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다음 단계 연구 방향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으로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5632704" cy="420624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51560"/>
            <a:ext cx="5632704" cy="42062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이 연구는 누구에게 도움이 될까?  </a:t>
            </a:r>
            <a:r>
              <a:rPr sz="1100" b="0">
                <a:solidFill>
                  <a:srgbClr val="FFFFFF"/>
                </a:solidFill>
                <a:latin typeface="맑은 고딕"/>
              </a:rPr>
              <a:t>(시사점)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051560"/>
            <a:ext cx="5724144" cy="420624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1051560"/>
            <a:ext cx="5724144" cy="42062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다음엔 무엇을 더 봐야 할까?  </a:t>
            </a:r>
            <a:r>
              <a:rPr sz="1100" b="0">
                <a:solidFill>
                  <a:srgbClr val="FFFFFF"/>
                </a:solidFill>
                <a:latin typeface="맑은 고딕"/>
              </a:rPr>
              <a:t>(향후 연구)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600200"/>
            <a:ext cx="5632704" cy="228142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" y="2352294"/>
            <a:ext cx="777240" cy="77724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352294"/>
            <a:ext cx="777240" cy="7772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운영자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46504"/>
            <a:ext cx="4407408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D4E"/>
                </a:solidFill>
                <a:latin typeface="맑은 고딕"/>
              </a:rPr>
              <a:t>리셀 플랫폼을 운영한다면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03704"/>
            <a:ext cx="4407408" cy="16230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맑은 고딕"/>
              </a:rPr>
              <a:t>•  모든 미디어 데이터를 다 모을 필요는 없음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맑은 고딕"/>
              </a:rPr>
              <a:t>•  자산마다 효과 있는 채널 몇 개만 골라 운영해도 예측력은 비슷 → 데이터 수집·운영 비용 절감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맑은 고딕"/>
              </a:rPr>
              <a:t>•  어떤 채널이 효과적인지는 자산마다 다름 — 스니커즈는 뉴스감성·검색량·조회수, 카드는 검색량 중심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27932"/>
            <a:ext cx="5632704" cy="228142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" y="4780026"/>
            <a:ext cx="777240" cy="777240"/>
          </a:xfrm>
          <a:prstGeom prst="ellipse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780026"/>
            <a:ext cx="777240" cy="7772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연구자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74236"/>
            <a:ext cx="4407408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D4E"/>
                </a:solidFill>
                <a:latin typeface="맑은 고딕"/>
              </a:rPr>
              <a:t>학술 연구를 한다면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31436"/>
            <a:ext cx="4407408" cy="16230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맑은 고딕"/>
              </a:rPr>
              <a:t>•  이번에 쓴 방법(공개데이터 수집 → 먼저 움직이는 신호 찾기 → 머신러닝 예측)은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맑은 고딕"/>
              </a:rPr>
              <a:t>•  명품·시계 등 다른 수집품 시장에도 그대로 적용해볼 수 있음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맑은 고딕"/>
              </a:rPr>
              <a:t>•  Granger·SHAP·DM처럼 이미 검증된 통계·머신러닝 기법을 그대로 재사용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51092" y="2385060"/>
            <a:ext cx="27432" cy="3139440"/>
          </a:xfrm>
          <a:prstGeom prst="rect">
            <a:avLst/>
          </a:prstGeom>
          <a:solidFill>
            <a:srgbClr val="AAB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08775" y="2129028"/>
            <a:ext cx="512064" cy="512064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5" y="2129028"/>
            <a:ext cx="512064" cy="51206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1636776"/>
            <a:ext cx="5010912" cy="149656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31736" y="1691640"/>
            <a:ext cx="4791456" cy="29260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기간 늘리고 상품 수 늘리기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2020824"/>
            <a:ext cx="4791456" cy="11125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지금은 4년(48개월)·15개 상품 → 5년 이상, 더 많은 상품으로 검증하면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결과를 더 믿을 수 있게 됨</a:t>
            </a:r>
          </a:p>
        </p:txBody>
      </p:sp>
      <p:sp>
        <p:nvSpPr>
          <p:cNvPr id="26" name="Oval 25"/>
          <p:cNvSpPr/>
          <p:nvPr/>
        </p:nvSpPr>
        <p:spPr>
          <a:xfrm>
            <a:off x="6208775" y="3698748"/>
            <a:ext cx="512064" cy="512064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8775" y="3698748"/>
            <a:ext cx="512064" cy="51206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206496"/>
            <a:ext cx="5010912" cy="149656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31736" y="3261360"/>
            <a:ext cx="4791456" cy="29260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뉴스 감성 분석 더 정교하게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6" y="3590544"/>
            <a:ext cx="4791456" cy="11125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지금은 범용 자동분석 도구 사용 → 금융 전문 AI로 바꾸면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신호의 품질이 좋아질 것</a:t>
            </a:r>
          </a:p>
        </p:txBody>
      </p:sp>
      <p:sp>
        <p:nvSpPr>
          <p:cNvPr id="31" name="Oval 30"/>
          <p:cNvSpPr/>
          <p:nvPr/>
        </p:nvSpPr>
        <p:spPr>
          <a:xfrm>
            <a:off x="6208775" y="5268468"/>
            <a:ext cx="512064" cy="512064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8775" y="5268468"/>
            <a:ext cx="512064" cy="51206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4776216"/>
            <a:ext cx="5010912" cy="149656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31736" y="4831080"/>
            <a:ext cx="4791456" cy="29260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월 단위 → 주 단위로 더 세밀하게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5160264"/>
            <a:ext cx="4791456" cy="11125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한정판 출시 같은 특별한 사건의 효과를 따로 떼어서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분석할 수 있음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6400800"/>
            <a:ext cx="11640312" cy="45720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6400800"/>
            <a:ext cx="11365992" cy="45720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한 줄 요약  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시사점은 </a:t>
            </a:r>
            <a:r>
              <a:rPr sz="1200" b="1">
                <a:solidFill>
                  <a:srgbClr val="FFFFFF"/>
                </a:solidFill>
                <a:latin typeface="맑은 고딕"/>
              </a:rPr>
              <a:t>'운영·연구에 바로 적용 가능한 결과'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로, 향후 연구는 </a:t>
            </a:r>
            <a:r>
              <a:rPr sz="1200" b="1">
                <a:solidFill>
                  <a:srgbClr val="FFFFFF"/>
                </a:solidFill>
                <a:latin typeface="맑은 고딕"/>
              </a:rPr>
              <a:t>'더 확실하게 만드는 다음 단계'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로 — 탐색적 발견을 실전·후속 연구로 잇는 다리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