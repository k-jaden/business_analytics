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5836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825" cy="228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00000"/>
            <a:ext cx="11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발표 흐름 한눈에 보기 — 19매 슬라이드를 6개 섹션으로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18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0000" y="118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" y="118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0000" y="136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0000" y="132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Introduction · 연구 배경과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164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선행 연구의 공백 · 연구 문제(RQ1–RQ3) · 연구 대상(15개 아이템) · 5개 미디어 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207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0000" y="207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000" y="207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50000" y="225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0000" y="221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Methodology · 분석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253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ADF 정상성 검정 · Granger 인과 분석 설계 · XGBoost 모델 A/B/C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296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000" y="296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000" y="296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0000" y="314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0000" y="310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RQ1 &amp; RQ2 · Granger 인과 검정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342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자산×채널 15회 검정 (Benjamini-Hochberg 보정) · Jaccard 유사도로 본 채널 구성 차이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385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000" y="385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000" y="385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50000" y="403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0000" y="399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RQ3 · 예측 성능과 SHAP·DM 검정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0000" y="431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모델 A/B/C 성능 비교 · SHAP 채널 기여도 분석 · Diebold-Mariano 검정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474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0000" y="474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74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0000" y="492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0000" y="488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강건성 검증과 연구 제한점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0000" y="520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충격반응함수(IRF) 분석 · 데이터·방법론 한계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563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0000" y="563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0000" y="563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0000" y="581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0000" y="577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4E"/>
                </a:solidFill>
                <a:latin typeface="Calibri"/>
              </a:rPr>
              <a:t>결론과 시사점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0000" y="609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연구 문제별 결론 · 학술적·실무적 기여 · 참고 문헌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